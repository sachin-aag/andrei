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Andrei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0ADE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6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MJ Biopharm IT Review  |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D2A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 Control &amp; Authentication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097280"/>
          </a:xfrm>
          <a:prstGeom prst="rect">
            <a:avLst>
              <a:gd name="adj" fmla="val 8333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 User Directory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self-signup. Only users manually registered by MJ Biopharm administrators can access the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097280"/>
          </a:xfrm>
          <a:prstGeom prst="rect">
            <a:avLst>
              <a:gd name="adj" fmla="val 8333"/>
            </a:avLst>
          </a:prstGeom>
          <a:solidFill>
            <a:srgbClr val="F4F4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Password 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Passwords hashed with scrypt (64-byte key + 32-byte random salt). Timing-safe comparison prevents timing attacks. Never stored in plain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1097280"/>
          </a:xfrm>
          <a:prstGeom prst="rect">
            <a:avLst>
              <a:gd name="adj" fmla="val 8333"/>
            </a:avLst>
          </a:prstGeom>
          <a:solidFill>
            <a:srgbClr val="F4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2062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JWT-based sessions. A proxy layer validates every request — unauthenticated requests are blocked (401) or redirected to login. No API endpoint is accessible without a valid session.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97280"/>
          </a:xfrm>
          <a:prstGeom prst="rect">
            <a:avLst>
              <a:gd name="adj" fmla="val 8333"/>
            </a:avLst>
          </a:prstGeom>
          <a:solidFill>
            <a:srgbClr val="F4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4864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roles: Engineer and Manager. Engineers edit their own reports. Managers review, comment, and approve. Enforced at the API level.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D2A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Infrastructure &amp; Data Protection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383280" cy="5029200"/>
          </a:xfrm>
          <a:prstGeom prst="rect">
            <a:avLst>
              <a:gd name="adj" fmla="val 2703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Hosting — Vercel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HTTPS / TLS on all traffic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DDoS protection always 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SOC 2 Type II certified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 27001 certified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Fully managed — no SSH,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exposed 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1188720"/>
            <a:ext cx="3383280" cy="5029200"/>
          </a:xfrm>
          <a:prstGeom prst="rect">
            <a:avLst>
              <a:gd name="adj" fmla="val 2703"/>
            </a:avLst>
          </a:prstGeom>
          <a:solidFill>
            <a:srgbClr val="F4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 — Neon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Encrypted at rest (AES-256)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2834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Encrypted in transit (TLS)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SOC 2 Type II certified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8348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Isolated compute per project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 backups + point-in-time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1188720"/>
            <a:ext cx="3383280" cy="5029200"/>
          </a:xfrm>
          <a:prstGeom prst="rect">
            <a:avLst>
              <a:gd name="adj" fmla="val 2703"/>
            </a:avLst>
          </a:prstGeom>
          <a:solidFill>
            <a:srgbClr val="F4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&amp; Secrets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58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7824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Gateway: zero data retention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58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78240" y="2834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Prompts not stored by provider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7824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report text sent — no PII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7824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Credentials encrypted on Vercel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5820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7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78240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Secrets server-side only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sent to browser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Prepared for MJ Biopharm IT  —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2026-06-01T13:18:29Z</dcterms:created>
  <dcterms:modified xsi:type="dcterms:W3CDTF">2026-06-01T13:18:29Z</dcterms:modified>
</cp:coreProperties>
</file>